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4809"/>
    <a:srgbClr val="1988BA"/>
    <a:srgbClr val="007BB2"/>
    <a:srgbClr val="075511"/>
    <a:srgbClr val="BA4609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529" autoAdjust="0"/>
  </p:normalViewPr>
  <p:slideViewPr>
    <p:cSldViewPr snapToGrid="0">
      <p:cViewPr varScale="1">
        <p:scale>
          <a:sx n="116" d="100"/>
          <a:sy n="116" d="100"/>
        </p:scale>
        <p:origin x="1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nsheng huang" userId="ce404ce9b0eeb6b1" providerId="LiveId" clId="{E9050295-9F67-4655-B32B-08824B7A54A3}"/>
    <pc:docChg chg="custSel modSld">
      <pc:chgData name="tiansheng huang" userId="ce404ce9b0eeb6b1" providerId="LiveId" clId="{E9050295-9F67-4655-B32B-08824B7A54A3}" dt="2026-01-04T09:51:14.164" v="170" actId="20577"/>
      <pc:docMkLst>
        <pc:docMk/>
      </pc:docMkLst>
      <pc:sldChg chg="modSp mod">
        <pc:chgData name="tiansheng huang" userId="ce404ce9b0eeb6b1" providerId="LiveId" clId="{E9050295-9F67-4655-B32B-08824B7A54A3}" dt="2026-01-04T09:51:14.164" v="170" actId="20577"/>
        <pc:sldMkLst>
          <pc:docMk/>
          <pc:sldMk cId="4015253138" sldId="256"/>
        </pc:sldMkLst>
        <pc:spChg chg="mod">
          <ac:chgData name="tiansheng huang" userId="ce404ce9b0eeb6b1" providerId="LiveId" clId="{E9050295-9F67-4655-B32B-08824B7A54A3}" dt="2026-01-04T09:50:15.106" v="26" actId="20577"/>
          <ac:spMkLst>
            <pc:docMk/>
            <pc:sldMk cId="4015253138" sldId="256"/>
            <ac:spMk id="112" creationId="{F81DE11F-61F2-B825-376F-CD91C0E41875}"/>
          </ac:spMkLst>
        </pc:spChg>
        <pc:spChg chg="mod">
          <ac:chgData name="tiansheng huang" userId="ce404ce9b0eeb6b1" providerId="LiveId" clId="{E9050295-9F67-4655-B32B-08824B7A54A3}" dt="2026-01-04T09:51:14.164" v="170" actId="20577"/>
          <ac:spMkLst>
            <pc:docMk/>
            <pc:sldMk cId="4015253138" sldId="256"/>
            <ac:spMk id="117" creationId="{09E490BE-1CE3-51F2-48A5-3C364515BC0B}"/>
          </ac:spMkLst>
        </pc:spChg>
        <pc:spChg chg="mod">
          <ac:chgData name="tiansheng huang" userId="ce404ce9b0eeb6b1" providerId="LiveId" clId="{E9050295-9F67-4655-B32B-08824B7A54A3}" dt="2026-01-04T09:50:56.790" v="169" actId="5793"/>
          <ac:spMkLst>
            <pc:docMk/>
            <pc:sldMk cId="4015253138" sldId="256"/>
            <ac:spMk id="124" creationId="{650F5518-EB6C-54CB-19C2-3C145A39250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2821E7-EED1-9820-99BF-353A047980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1E11C4C-48B7-678A-4FDF-F3DB9DF92F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687FD12-8DDB-4802-DB0D-B58C49C1B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F9CF-077E-4301-9370-6DC678D02C5F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132951-09BC-3509-B889-262469FB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676A8C-693C-69EE-C984-C62CA0CE4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5F35E-6BF9-4262-80A5-581F692E87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4590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D4BCAF-2848-7DF4-D9B0-C0DCFD428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B71E19-61D4-4832-6AA6-7FCAAB9C7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5EC519-959A-DB46-2861-2998FE4F2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F9CF-077E-4301-9370-6DC678D02C5F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F0C40F-14BF-5627-C56E-2EEFB1DE8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86044F-8B19-276E-C01B-1C9C10DA2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5F35E-6BF9-4262-80A5-581F692E87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9846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CD2D48-3F1C-43B7-8F6B-0EAFB040E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0CFC3C3-080E-79BE-22B9-611DE03B0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834953E-E25E-259D-88AC-A2A11F06B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F9CF-077E-4301-9370-6DC678D02C5F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72103C-F749-E783-A4E9-ADD4515C1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CF1615E-0485-6A06-552B-E6368BC1D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5F35E-6BF9-4262-80A5-581F692E87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721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AF8F89-7EEE-3173-5D92-4545BCC7D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36FF2C-305C-BDB4-2E6F-6137096B41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4B681B2-D205-ED27-7EF1-D5D65FBD24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DAF0F7C-A5D8-08A8-9145-C93C15059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F9CF-077E-4301-9370-6DC678D02C5F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1CB4B8-6CD5-9649-BDF1-6DB0CD01D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B12E24-F028-AD25-F30E-C4C74CE82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5F35E-6BF9-4262-80A5-581F692E87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8487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37D557-5EC7-EAA5-C680-46A7DA744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8932455-F0A6-021A-4020-8C7777A910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4AE58BC-455C-EFAB-9B6B-CBDB767BC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8CBE130-18F8-782E-7251-0A68740C31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9B24F5B-D002-4111-FC98-CFABE9AE1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9C29022-2E08-D952-D0C5-E8250536F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F9CF-077E-4301-9370-6DC678D02C5F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A4E2D29-2FE5-7ACB-1C0C-326DE8313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F5B2987-ED42-50DC-B600-E35D29249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5F35E-6BF9-4262-80A5-581F692E87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2354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1E2951-B7A4-2FFA-7BCD-CA6B2F40D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F7CD269-BD5B-32A9-A202-92DCC7424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F9CF-077E-4301-9370-6DC678D02C5F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59162D-1416-93F5-5723-EB5E66542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7FB0F78-C9A0-01F2-9FC5-B5CE093E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5F35E-6BF9-4262-80A5-581F692E87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4576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CF20A37-3E86-B1E7-DEDE-CB0763B00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F9CF-077E-4301-9370-6DC678D02C5F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DC01688-0148-72B9-591A-B9AF34A97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6A6A91B-8AB1-68AC-9B43-50CA5CA9A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5F35E-6BF9-4262-80A5-581F692E87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3236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8D63CB-3714-0CFE-732E-C95B86ED3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4AA5B8-4C19-1A0D-233F-0A35EB283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808F9DE-92EF-2F6D-EDA9-867E1DF385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C07D405-44C9-EF8F-4EF5-1BC302D2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F9CF-077E-4301-9370-6DC678D02C5F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43F9267-C766-A8FC-FFF4-33197102F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658B4A6-E6A2-2DAA-21B1-D1A087405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5F35E-6BF9-4262-80A5-581F692E87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2938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F0861A-D69F-3513-A5F0-110C1BFC2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88A04F5-0D29-A644-BF22-92C92886B4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4B365D4-37AF-1374-067B-8A31663B1B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C8543F2-65CA-3E14-A7BC-C4B755755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F9CF-077E-4301-9370-6DC678D02C5F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7C7BC4-46F8-DFFF-C1CF-06890C6CE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9B68B13-868C-F47C-5A9C-B6419FAC1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5F35E-6BF9-4262-80A5-581F692E87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5594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1689B7-FEB5-49E3-E2FD-D43F8267E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D28D018-55DE-75DB-871F-590426B720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7BD687-46D7-FC2E-C3DF-932376447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F9CF-077E-4301-9370-6DC678D02C5F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BB39EA-ED87-8DAC-BBD3-CCE46949B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C266731-5261-AF56-B061-4FF3A5B94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5F35E-6BF9-4262-80A5-581F692E87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5802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AD541D9-2C66-ED45-F17B-C0B1BB8248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B7F4EB1-87FA-91E5-34B1-8D26287C0B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189053-ABA3-BA8E-D325-17C2B2FA1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F9CF-077E-4301-9370-6DC678D02C5F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2788B1-D639-F045-69F3-E9585E3C2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F52358-EFFB-368F-3C6F-1FE5CB01B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5F35E-6BF9-4262-80A5-581F692E87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2162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E1D77DF-4D87-DC67-B37D-FE40319B0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C4503B7-AFD3-6C86-BAC5-DD39A26D79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718ED2-E1A9-1A1E-3ED3-7B7A0D6464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15F9CF-077E-4301-9370-6DC678D02C5F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8D70EB-3690-F1C0-7DEC-59266E9EA6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2D59E4-17D3-E626-0EEA-497FC5678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85F35E-6BF9-4262-80A5-581F692E87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6496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文本框 122">
            <a:extLst>
              <a:ext uri="{FF2B5EF4-FFF2-40B4-BE49-F238E27FC236}">
                <a16:creationId xmlns:a16="http://schemas.microsoft.com/office/drawing/2014/main" id="{6174B9E8-6361-F507-8FFC-1745ED803EE3}"/>
              </a:ext>
            </a:extLst>
          </p:cNvPr>
          <p:cNvSpPr txBox="1"/>
          <p:nvPr/>
        </p:nvSpPr>
        <p:spPr>
          <a:xfrm>
            <a:off x="6089980" y="4938131"/>
            <a:ext cx="6094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Verdana" panose="020B0604030504040204" pitchFamily="34" charset="0"/>
                <a:ea typeface="Verdana" panose="020B0604030504040204" pitchFamily="34" charset="0"/>
              </a:rPr>
              <a:t>: ...</a:t>
            </a:r>
            <a:endParaRPr lang="zh-CN" altLang="en-US" sz="1400" dirty="0">
              <a:latin typeface="Verdana" panose="020B0604030504040204" pitchFamily="34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F694720-87EF-7004-4D77-880B5528437F}"/>
              </a:ext>
            </a:extLst>
          </p:cNvPr>
          <p:cNvGrpSpPr/>
          <p:nvPr/>
        </p:nvGrpSpPr>
        <p:grpSpPr>
          <a:xfrm>
            <a:off x="2076829" y="280110"/>
            <a:ext cx="7949599" cy="5139616"/>
            <a:chOff x="2076829" y="280110"/>
            <a:chExt cx="7949599" cy="5139616"/>
          </a:xfrm>
        </p:grpSpPr>
        <p:pic>
          <p:nvPicPr>
            <p:cNvPr id="36" name="图片 35" descr="图标&#10;&#10;描述已自动生成">
              <a:extLst>
                <a:ext uri="{FF2B5EF4-FFF2-40B4-BE49-F238E27FC236}">
                  <a16:creationId xmlns:a16="http://schemas.microsoft.com/office/drawing/2014/main" id="{F1A2BCCA-E415-10E2-DC25-0D06B157BD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87616" y="4453049"/>
              <a:ext cx="792859" cy="792859"/>
            </a:xfrm>
            <a:prstGeom prst="rect">
              <a:avLst/>
            </a:prstGeom>
          </p:spPr>
        </p:pic>
        <p:pic>
          <p:nvPicPr>
            <p:cNvPr id="39" name="图片 38" descr="形状&#10;&#10;低可信度描述已自动生成">
              <a:extLst>
                <a:ext uri="{FF2B5EF4-FFF2-40B4-BE49-F238E27FC236}">
                  <a16:creationId xmlns:a16="http://schemas.microsoft.com/office/drawing/2014/main" id="{CE1032F7-9290-71AB-C7CE-7AC786066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499753">
              <a:off x="2076829" y="2866154"/>
              <a:ext cx="1210210" cy="1210210"/>
            </a:xfrm>
            <a:prstGeom prst="rect">
              <a:avLst/>
            </a:prstGeom>
          </p:spPr>
        </p:pic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12DF6A62-8EE1-AED0-10CA-01399C7CDCA6}"/>
                </a:ext>
              </a:extLst>
            </p:cNvPr>
            <p:cNvSpPr/>
            <p:nvPr/>
          </p:nvSpPr>
          <p:spPr>
            <a:xfrm>
              <a:off x="2188723" y="728284"/>
              <a:ext cx="7662117" cy="239534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3" name="图片 42" descr="图标&#10;&#10;描述已自动生成">
              <a:extLst>
                <a:ext uri="{FF2B5EF4-FFF2-40B4-BE49-F238E27FC236}">
                  <a16:creationId xmlns:a16="http://schemas.microsoft.com/office/drawing/2014/main" id="{817AAFF6-81F4-8480-7CBE-CE6C9A3E8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29616" y="1685931"/>
              <a:ext cx="1003933" cy="1003933"/>
            </a:xfrm>
            <a:prstGeom prst="rect">
              <a:avLst/>
            </a:prstGeom>
          </p:spPr>
        </p:pic>
        <p:pic>
          <p:nvPicPr>
            <p:cNvPr id="47" name="图片 46">
              <a:extLst>
                <a:ext uri="{FF2B5EF4-FFF2-40B4-BE49-F238E27FC236}">
                  <a16:creationId xmlns:a16="http://schemas.microsoft.com/office/drawing/2014/main" id="{33E56DCE-62BC-891D-DBAB-205510C117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338964" y="1612092"/>
              <a:ext cx="634805" cy="1150096"/>
            </a:xfrm>
            <a:prstGeom prst="rect">
              <a:avLst/>
            </a:prstGeom>
          </p:spPr>
        </p:pic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A7F1C9CC-8BF8-A3FC-F73E-7C3F695DFE06}"/>
                </a:ext>
              </a:extLst>
            </p:cNvPr>
            <p:cNvSpPr txBox="1"/>
            <p:nvPr/>
          </p:nvSpPr>
          <p:spPr>
            <a:xfrm>
              <a:off x="5418045" y="847152"/>
              <a:ext cx="19834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Verdana" panose="020B0604030504040204" pitchFamily="34" charset="0"/>
                  <a:ea typeface="Verdana" panose="020B0604030504040204" pitchFamily="34" charset="0"/>
                </a:rPr>
                <a:t>Llama </a:t>
              </a:r>
            </a:p>
            <a:p>
              <a:pPr algn="ctr"/>
              <a:r>
                <a:rPr lang="en-US" altLang="zh-CN" dirty="0">
                  <a:latin typeface="Verdana" panose="020B0604030504040204" pitchFamily="34" charset="0"/>
                  <a:ea typeface="Verdana" panose="020B0604030504040204" pitchFamily="34" charset="0"/>
                </a:rPr>
                <a:t>(Safety Aligned)</a:t>
              </a:r>
              <a:endParaRPr lang="zh-CN" altLang="en-US" dirty="0">
                <a:latin typeface="Verdana" panose="020B0604030504040204" pitchFamily="34" charset="0"/>
              </a:endParaRPr>
            </a:p>
          </p:txBody>
        </p:sp>
        <p:pic>
          <p:nvPicPr>
            <p:cNvPr id="78" name="图片 77" descr="图片包含 图标&#10;&#10;描述已自动生成">
              <a:extLst>
                <a:ext uri="{FF2B5EF4-FFF2-40B4-BE49-F238E27FC236}">
                  <a16:creationId xmlns:a16="http://schemas.microsoft.com/office/drawing/2014/main" id="{59CE0720-9D77-72EB-4534-AC703529E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148" y="1635941"/>
              <a:ext cx="591945" cy="591945"/>
            </a:xfrm>
            <a:prstGeom prst="rect">
              <a:avLst/>
            </a:prstGeom>
          </p:spPr>
        </p:pic>
        <p:sp>
          <p:nvSpPr>
            <p:cNvPr id="79" name="箭头: 右 78">
              <a:extLst>
                <a:ext uri="{FF2B5EF4-FFF2-40B4-BE49-F238E27FC236}">
                  <a16:creationId xmlns:a16="http://schemas.microsoft.com/office/drawing/2014/main" id="{7C30E312-5F00-56B5-BA3C-71D387D85DC8}"/>
                </a:ext>
              </a:extLst>
            </p:cNvPr>
            <p:cNvSpPr/>
            <p:nvPr/>
          </p:nvSpPr>
          <p:spPr>
            <a:xfrm>
              <a:off x="7101245" y="1932622"/>
              <a:ext cx="807395" cy="485445"/>
            </a:xfrm>
            <a:prstGeom prst="rightArrow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5" name="图片 84" descr="图标&#10;&#10;描述已自动生成">
              <a:extLst>
                <a:ext uri="{FF2B5EF4-FFF2-40B4-BE49-F238E27FC236}">
                  <a16:creationId xmlns:a16="http://schemas.microsoft.com/office/drawing/2014/main" id="{80333D70-5FF3-C04F-5ED2-559C45FF85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15474" y="4855411"/>
              <a:ext cx="457665" cy="457665"/>
            </a:xfrm>
            <a:prstGeom prst="rect">
              <a:avLst/>
            </a:prstGeom>
          </p:spPr>
        </p:pic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40EE2A1C-7E55-4826-9F27-26FDB3221005}"/>
                </a:ext>
              </a:extLst>
            </p:cNvPr>
            <p:cNvSpPr txBox="1"/>
            <p:nvPr/>
          </p:nvSpPr>
          <p:spPr>
            <a:xfrm>
              <a:off x="3822167" y="847152"/>
              <a:ext cx="154590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Verdana" panose="020B0604030504040204" pitchFamily="34" charset="0"/>
                  <a:ea typeface="Verdana" panose="020B0604030504040204" pitchFamily="34" charset="0"/>
                </a:rPr>
                <a:t>Harmful Fine-tuning</a:t>
              </a:r>
              <a:endParaRPr lang="zh-CN" altLang="en-US" dirty="0">
                <a:latin typeface="Verdana" panose="020B0604030504040204" pitchFamily="34" charset="0"/>
              </a:endParaRP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A835AC6E-D7A2-FDC1-6957-7148CD996EED}"/>
                </a:ext>
              </a:extLst>
            </p:cNvPr>
            <p:cNvSpPr/>
            <p:nvPr/>
          </p:nvSpPr>
          <p:spPr>
            <a:xfrm>
              <a:off x="5348030" y="3353232"/>
              <a:ext cx="4678398" cy="20664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8" name="图片 87" descr="图标&#10;&#10;描述已自动生成">
              <a:extLst>
                <a:ext uri="{FF2B5EF4-FFF2-40B4-BE49-F238E27FC236}">
                  <a16:creationId xmlns:a16="http://schemas.microsoft.com/office/drawing/2014/main" id="{50928CEB-6E75-ABBF-80A9-6927685C7E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07720" y="3448358"/>
              <a:ext cx="558165" cy="558165"/>
            </a:xfrm>
            <a:prstGeom prst="rect">
              <a:avLst/>
            </a:prstGeom>
          </p:spPr>
        </p:pic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F81DE11F-61F2-B825-376F-CD91C0E41875}"/>
                </a:ext>
              </a:extLst>
            </p:cNvPr>
            <p:cNvSpPr txBox="1"/>
            <p:nvPr/>
          </p:nvSpPr>
          <p:spPr>
            <a:xfrm>
              <a:off x="6040840" y="3491877"/>
              <a:ext cx="391304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Verdana" panose="020B0604030504040204" pitchFamily="34" charset="0"/>
                  <a:ea typeface="Verdana" panose="020B0604030504040204" pitchFamily="34" charset="0"/>
                </a:rPr>
                <a:t>: How can I make a bomb?</a:t>
              </a:r>
              <a:endParaRPr lang="zh-CN" altLang="en-US" sz="1200" dirty="0">
                <a:latin typeface="Verdana" panose="020B0604030504040204" pitchFamily="34" charset="0"/>
              </a:endParaRPr>
            </a:p>
          </p:txBody>
        </p:sp>
        <p:pic>
          <p:nvPicPr>
            <p:cNvPr id="114" name="图片 113" descr="图标&#10;&#10;描述已自动生成">
              <a:extLst>
                <a:ext uri="{FF2B5EF4-FFF2-40B4-BE49-F238E27FC236}">
                  <a16:creationId xmlns:a16="http://schemas.microsoft.com/office/drawing/2014/main" id="{5A55A1B6-D74C-B4C0-57ED-AF2CE1702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57465" y="2955640"/>
              <a:ext cx="558165" cy="558165"/>
            </a:xfrm>
            <a:prstGeom prst="rect">
              <a:avLst/>
            </a:prstGeom>
          </p:spPr>
        </p:pic>
        <p:pic>
          <p:nvPicPr>
            <p:cNvPr id="116" name="图片 115" descr="图标&#10;&#10;描述已自动生成">
              <a:extLst>
                <a:ext uri="{FF2B5EF4-FFF2-40B4-BE49-F238E27FC236}">
                  <a16:creationId xmlns:a16="http://schemas.microsoft.com/office/drawing/2014/main" id="{37268A09-6291-B2F1-F583-2C8EAB62F7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4050" y="1766432"/>
              <a:ext cx="909742" cy="909742"/>
            </a:xfrm>
            <a:prstGeom prst="rect">
              <a:avLst/>
            </a:prstGeom>
          </p:spPr>
        </p:pic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09E490BE-1CE3-51F2-48A5-3C364515BC0B}"/>
                </a:ext>
              </a:extLst>
            </p:cNvPr>
            <p:cNvSpPr txBox="1"/>
            <p:nvPr/>
          </p:nvSpPr>
          <p:spPr>
            <a:xfrm>
              <a:off x="7855835" y="785088"/>
              <a:ext cx="164339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dirty="0">
                  <a:latin typeface="Verdana" panose="020B0604030504040204" pitchFamily="34" charset="0"/>
                  <a:ea typeface="Verdana" panose="020B0604030504040204" pitchFamily="34" charset="0"/>
                </a:rPr>
                <a:t>Llama </a:t>
              </a:r>
            </a:p>
            <a:p>
              <a:pPr algn="ctr"/>
              <a:r>
                <a:rPr lang="en-US" altLang="zh-CN" dirty="0">
                  <a:latin typeface="Verdana" panose="020B0604030504040204" pitchFamily="34" charset="0"/>
                  <a:ea typeface="Verdana" panose="020B0604030504040204" pitchFamily="34" charset="0"/>
                </a:rPr>
                <a:t>(Fine-tuned)</a:t>
              </a:r>
              <a:endParaRPr lang="zh-CN" altLang="en-US" dirty="0">
                <a:latin typeface="Verdana" panose="020B0604030504040204" pitchFamily="34" charset="0"/>
              </a:endParaRPr>
            </a:p>
          </p:txBody>
        </p:sp>
        <p:pic>
          <p:nvPicPr>
            <p:cNvPr id="119" name="图片 118">
              <a:extLst>
                <a:ext uri="{FF2B5EF4-FFF2-40B4-BE49-F238E27FC236}">
                  <a16:creationId xmlns:a16="http://schemas.microsoft.com/office/drawing/2014/main" id="{921660BB-891C-A6C0-BB08-A71EE005B7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70228" y="4089091"/>
              <a:ext cx="348158" cy="630768"/>
            </a:xfrm>
            <a:prstGeom prst="rect">
              <a:avLst/>
            </a:prstGeom>
          </p:spPr>
        </p:pic>
        <p:sp>
          <p:nvSpPr>
            <p:cNvPr id="124" name="文本框 123">
              <a:extLst>
                <a:ext uri="{FF2B5EF4-FFF2-40B4-BE49-F238E27FC236}">
                  <a16:creationId xmlns:a16="http://schemas.microsoft.com/office/drawing/2014/main" id="{650F5518-EB6C-54CB-19C2-3C145A39250A}"/>
                </a:ext>
              </a:extLst>
            </p:cNvPr>
            <p:cNvSpPr txBox="1"/>
            <p:nvPr/>
          </p:nvSpPr>
          <p:spPr>
            <a:xfrm>
              <a:off x="6075410" y="4151613"/>
              <a:ext cx="3770587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600" dirty="0">
                  <a:latin typeface="Verdana" panose="020B0604030504040204" pitchFamily="34" charset="0"/>
                  <a:ea typeface="Verdana" panose="020B0604030504040204" pitchFamily="34" charset="0"/>
                </a:rPr>
                <a:t>: Sure, here is the recipe…</a:t>
              </a:r>
              <a:endParaRPr lang="zh-CN" altLang="en-US" sz="1600" dirty="0">
                <a:latin typeface="Verdana" panose="020B0604030504040204" pitchFamily="34" charset="0"/>
              </a:endParaRPr>
            </a:p>
          </p:txBody>
        </p: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18C3C9CE-9599-C74F-5854-5095A8762C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97361" y="2955640"/>
              <a:ext cx="176319" cy="4733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49B23691-A4FE-0D54-211D-B3C19E2445B6}"/>
                </a:ext>
              </a:extLst>
            </p:cNvPr>
            <p:cNvSpPr txBox="1"/>
            <p:nvPr/>
          </p:nvSpPr>
          <p:spPr>
            <a:xfrm>
              <a:off x="2684050" y="3491877"/>
              <a:ext cx="255369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Verdana" panose="020B0604030504040204" pitchFamily="34" charset="0"/>
                  <a:ea typeface="Verdana" panose="020B0604030504040204" pitchFamily="34" charset="0"/>
                </a:rPr>
                <a:t>Intentionally/ unintentionally upload partial harmful data</a:t>
              </a:r>
              <a:endParaRPr lang="zh-CN" altLang="en-US" sz="1600" dirty="0">
                <a:latin typeface="Verdana" panose="020B0604030504040204" pitchFamily="34" charset="0"/>
              </a:endParaRPr>
            </a:p>
          </p:txBody>
        </p:sp>
        <p:sp>
          <p:nvSpPr>
            <p:cNvPr id="128" name="文本框 127">
              <a:extLst>
                <a:ext uri="{FF2B5EF4-FFF2-40B4-BE49-F238E27FC236}">
                  <a16:creationId xmlns:a16="http://schemas.microsoft.com/office/drawing/2014/main" id="{EB3056E1-5C7E-B57C-C6A1-EA7BFF232712}"/>
                </a:ext>
              </a:extLst>
            </p:cNvPr>
            <p:cNvSpPr txBox="1"/>
            <p:nvPr/>
          </p:nvSpPr>
          <p:spPr>
            <a:xfrm>
              <a:off x="2257479" y="847152"/>
              <a:ext cx="154590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Verdana" panose="020B0604030504040204" pitchFamily="34" charset="0"/>
                  <a:ea typeface="Verdana" panose="020B0604030504040204" pitchFamily="34" charset="0"/>
                </a:rPr>
                <a:t>User fine-tuning data</a:t>
              </a:r>
              <a:endParaRPr lang="zh-CN" altLang="en-US" dirty="0">
                <a:latin typeface="Verdana" panose="020B0604030504040204" pitchFamily="34" charset="0"/>
              </a:endParaRPr>
            </a:p>
          </p:txBody>
        </p:sp>
        <p:sp>
          <p:nvSpPr>
            <p:cNvPr id="130" name="文本框 129">
              <a:extLst>
                <a:ext uri="{FF2B5EF4-FFF2-40B4-BE49-F238E27FC236}">
                  <a16:creationId xmlns:a16="http://schemas.microsoft.com/office/drawing/2014/main" id="{3C8EC8E7-3769-AD01-B172-858D77A38408}"/>
                </a:ext>
              </a:extLst>
            </p:cNvPr>
            <p:cNvSpPr txBox="1"/>
            <p:nvPr/>
          </p:nvSpPr>
          <p:spPr>
            <a:xfrm>
              <a:off x="5057126" y="280110"/>
              <a:ext cx="2319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Verdana" panose="020B0604030504040204" pitchFamily="34" charset="0"/>
                  <a:ea typeface="Verdana" panose="020B0604030504040204" pitchFamily="34" charset="0"/>
                </a:rPr>
                <a:t>Service Provider</a:t>
              </a:r>
              <a:endParaRPr lang="zh-CN" altLang="en-US" b="1" dirty="0">
                <a:latin typeface="Verdana" panose="020B0604030504040204" pitchFamily="34" charset="0"/>
              </a:endParaRPr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514BCFC8-D1DA-5BFC-1C59-BD126C641D67}"/>
                </a:ext>
              </a:extLst>
            </p:cNvPr>
            <p:cNvSpPr/>
            <p:nvPr/>
          </p:nvSpPr>
          <p:spPr>
            <a:xfrm>
              <a:off x="7987659" y="1509865"/>
              <a:ext cx="1379750" cy="1345652"/>
            </a:xfrm>
            <a:prstGeom prst="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037D2182-56AE-2D1A-BDC4-26EBF218C179}"/>
                </a:ext>
              </a:extLst>
            </p:cNvPr>
            <p:cNvSpPr/>
            <p:nvPr/>
          </p:nvSpPr>
          <p:spPr>
            <a:xfrm>
              <a:off x="5500192" y="1525426"/>
              <a:ext cx="1379750" cy="1345652"/>
            </a:xfrm>
            <a:prstGeom prst="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05AFB109-3E6F-AE97-A1CB-2C006149597A}"/>
                </a:ext>
              </a:extLst>
            </p:cNvPr>
            <p:cNvSpPr/>
            <p:nvPr/>
          </p:nvSpPr>
          <p:spPr>
            <a:xfrm>
              <a:off x="2487616" y="1525426"/>
              <a:ext cx="1379750" cy="1345652"/>
            </a:xfrm>
            <a:prstGeom prst="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15253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41</Words>
  <Application>Microsoft Office PowerPoint</Application>
  <PresentationFormat>宽屏</PresentationFormat>
  <Paragraphs>11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Verdana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huang tiansheng</dc:creator>
  <cp:lastModifiedBy>tiansheng huang</cp:lastModifiedBy>
  <cp:revision>1</cp:revision>
  <cp:lastPrinted>2024-09-06T20:46:11Z</cp:lastPrinted>
  <dcterms:created xsi:type="dcterms:W3CDTF">2024-06-08T15:59:12Z</dcterms:created>
  <dcterms:modified xsi:type="dcterms:W3CDTF">2026-01-04T09:51:15Z</dcterms:modified>
</cp:coreProperties>
</file>